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Medium"/>
      <p:regular r:id="rId201315"/>
    </p:embeddedFont>
    <p:embeddedFont>
      <p:font typeface="DM Sans Bold"/>
      <p:regular r:id="rId201316"/>
    </p:embeddedFont>
    <p:embeddedFont>
      <p:font typeface="Inter Medium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3.png"/><Relationship Id="rId16" Type="http://schemas.openxmlformats.org/officeDocument/2006/relationships/image" Target="../media/image-4-14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41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MagnusCI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60280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Ephemeral Container-Based CI/CD Orchestration Engine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17850"/>
            <a:ext cx="2575357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5881" y="3332262"/>
            <a:ext cx="21465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3117850"/>
            <a:ext cx="2575456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40245" y="3332262"/>
            <a:ext cx="2146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3117850"/>
            <a:ext cx="2575456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4708" y="3332262"/>
            <a:ext cx="2146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BullMQ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954764" y="3117850"/>
            <a:ext cx="2575456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69171" y="3332262"/>
            <a:ext cx="2146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038104"/>
            <a:ext cx="2575357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5881" y="4252516"/>
            <a:ext cx="21465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25839" y="4038104"/>
            <a:ext cx="2575456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0245" y="4252516"/>
            <a:ext cx="2146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90301" y="4038104"/>
            <a:ext cx="2575456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4708" y="4252516"/>
            <a:ext cx="2146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(K3s)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954764" y="4038104"/>
            <a:ext cx="2575456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9171" y="4252516"/>
            <a:ext cx="2146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MinIO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2349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Three CI/CD Infrastructure Problems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92165"/>
            <a:ext cx="3496877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340657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Bursty Webhook Traffic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815259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push triggers dozens of concurrent builds.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3192165"/>
            <a:ext cx="3496877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340657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Pipeline Deadlocks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3815259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Multi-stage builds need real dependency graphs.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3192165"/>
            <a:ext cx="3496877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340657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Untrusted Code Execution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3815259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Arbitrary scripts must run isolated from the host.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982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Mandate: Ephemeral, Zero Host Pollution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68723"/>
            <a:ext cx="5434373" cy="685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2722" y="2209105"/>
            <a:ext cx="5091878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Webhook</a:t>
            </a:r>
            <a:endParaRPr lang="en-US" sz="1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368723"/>
            <a:ext cx="5434373" cy="6852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67095" y="2209105"/>
            <a:ext cx="5091878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HMAC Verify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60650"/>
            <a:ext cx="5434373" cy="6852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2722" y="3501033"/>
            <a:ext cx="5091878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endParaRPr lang="en-US" sz="16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660650"/>
            <a:ext cx="5434373" cy="68520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67095" y="3501033"/>
            <a:ext cx="5091878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</a:t>
            </a:r>
            <a:endParaRPr lang="en-US" sz="16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952577"/>
            <a:ext cx="5434373" cy="68520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32722" y="4792960"/>
            <a:ext cx="5091878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Sandbox</a:t>
            </a:r>
            <a:endParaRPr lang="en-US" sz="16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952577"/>
            <a:ext cx="5434373" cy="68520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267095" y="4792960"/>
            <a:ext cx="5091878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 Stream</a:t>
            </a:r>
            <a:endParaRPr lang="en-US" sz="1650" dirty="0"/>
          </a:p>
        </p:txBody>
      </p:sp>
      <p:sp>
        <p:nvSpPr>
          <p:cNvPr id="15" name="Shape 7"/>
          <p:cNvSpPr/>
          <p:nvPr/>
        </p:nvSpPr>
        <p:spPr>
          <a:xfrm>
            <a:off x="661475" y="5419130"/>
            <a:ext cx="2600756" cy="915789"/>
          </a:xfrm>
          <a:prstGeom prst="roundRect">
            <a:avLst>
              <a:gd name="adj" fmla="val 2806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851772" y="5609431"/>
            <a:ext cx="222016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Signed Webhooks</a:t>
            </a:r>
            <a:endParaRPr lang="en-US" sz="1650" dirty="0"/>
          </a:p>
        </p:txBody>
      </p:sp>
      <p:sp>
        <p:nvSpPr>
          <p:cNvPr id="17" name="Shape 9"/>
          <p:cNvSpPr/>
          <p:nvPr/>
        </p:nvSpPr>
        <p:spPr>
          <a:xfrm>
            <a:off x="3417405" y="5419130"/>
            <a:ext cx="2600855" cy="915789"/>
          </a:xfrm>
          <a:prstGeom prst="roundRect">
            <a:avLst>
              <a:gd name="adj" fmla="val 2806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3607702" y="5609431"/>
            <a:ext cx="2220262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Deadlock-Free Scheduling</a:t>
            </a:r>
            <a:endParaRPr lang="en-US" sz="1650" dirty="0"/>
          </a:p>
        </p:txBody>
      </p:sp>
      <p:sp>
        <p:nvSpPr>
          <p:cNvPr id="19" name="Shape 11"/>
          <p:cNvSpPr/>
          <p:nvPr/>
        </p:nvSpPr>
        <p:spPr>
          <a:xfrm>
            <a:off x="6173435" y="5419130"/>
            <a:ext cx="2600756" cy="915789"/>
          </a:xfrm>
          <a:prstGeom prst="roundRect">
            <a:avLst>
              <a:gd name="adj" fmla="val 2806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6363731" y="5609431"/>
            <a:ext cx="222016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Isolated Execution</a:t>
            </a:r>
            <a:endParaRPr lang="en-US" sz="1650" dirty="0"/>
          </a:p>
        </p:txBody>
      </p:sp>
      <p:sp>
        <p:nvSpPr>
          <p:cNvPr id="21" name="Shape 13"/>
          <p:cNvSpPr/>
          <p:nvPr/>
        </p:nvSpPr>
        <p:spPr>
          <a:xfrm>
            <a:off x="8929365" y="5419130"/>
            <a:ext cx="2600855" cy="915789"/>
          </a:xfrm>
          <a:prstGeom prst="roundRect">
            <a:avLst>
              <a:gd name="adj" fmla="val 2806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9119662" y="5609431"/>
            <a:ext cx="222026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Real-Time Logs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0345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Webhook Verification &amp; BullMQ Backpressure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50541"/>
            <a:ext cx="5678246" cy="113724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3055" y="2097088"/>
            <a:ext cx="255085" cy="2550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0581" y="2632968"/>
            <a:ext cx="530003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GitHub Webhook Arrives</a:t>
            </a:r>
            <a:endParaRPr lang="en-US" sz="16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240881"/>
            <a:ext cx="5678246" cy="113724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73055" y="3387427"/>
            <a:ext cx="255085" cy="255091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50581" y="3923308"/>
            <a:ext cx="530003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HMAC-SHA256 Verify (raw body)</a:t>
            </a:r>
            <a:endParaRPr lang="en-US" sz="165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531221"/>
            <a:ext cx="5678246" cy="1137245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73055" y="4677767"/>
            <a:ext cx="255085" cy="255091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50581" y="5213648"/>
            <a:ext cx="530003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BullMQ Queue → Worker Pool</a:t>
            </a:r>
            <a:endParaRPr lang="en-US" sz="165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60993" y="1943795"/>
            <a:ext cx="4775477" cy="1055588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7026298" y="2132905"/>
            <a:ext cx="43210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Decoupled Ingestion</a:t>
            </a:r>
            <a:endParaRPr lang="en-US" sz="1650" dirty="0"/>
          </a:p>
        </p:txBody>
      </p:sp>
      <p:sp>
        <p:nvSpPr>
          <p:cNvPr id="14" name="Text 5"/>
          <p:cNvSpPr/>
          <p:nvPr/>
        </p:nvSpPr>
        <p:spPr>
          <a:xfrm>
            <a:off x="7026298" y="2551708"/>
            <a:ext cx="432106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 and execution are fully independent layers.</a:t>
            </a:r>
            <a:endParaRPr lang="en-US" sz="13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60993" y="3152477"/>
            <a:ext cx="4775477" cy="1055588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7026298" y="3341588"/>
            <a:ext cx="43210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Stalled-Job Reclaim</a:t>
            </a:r>
            <a:endParaRPr lang="en-US" sz="1650" dirty="0"/>
          </a:p>
        </p:txBody>
      </p:sp>
      <p:sp>
        <p:nvSpPr>
          <p:cNvPr id="17" name="Text 7"/>
          <p:cNvSpPr/>
          <p:nvPr/>
        </p:nvSpPr>
        <p:spPr>
          <a:xfrm>
            <a:off x="7026298" y="3760391"/>
            <a:ext cx="432106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Auto-reclaim triggered if a worker dies mid-build.</a:t>
            </a:r>
            <a:endParaRPr lang="en-US" sz="130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60993" y="4361160"/>
            <a:ext cx="4775477" cy="1314152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7026298" y="4550271"/>
            <a:ext cx="43210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Worker Pool Isolation</a:t>
            </a:r>
            <a:endParaRPr lang="en-US" sz="1650" dirty="0"/>
          </a:p>
        </p:txBody>
      </p:sp>
      <p:sp>
        <p:nvSpPr>
          <p:cNvPr id="20" name="Text 9"/>
          <p:cNvSpPr/>
          <p:nvPr/>
        </p:nvSpPr>
        <p:spPr>
          <a:xfrm>
            <a:off x="7026298" y="4969073"/>
            <a:ext cx="432106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job runs in a controlled worker pool, protecting the host from noisy or long-running tasks.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429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Deadlock-Free Scheduling, Isolated Execution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974453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DAG Scheduling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854" y="2412405"/>
            <a:ext cx="6154683" cy="28168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56496" y="4560319"/>
            <a:ext cx="1155477" cy="222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Deploy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300279" y="4560319"/>
            <a:ext cx="1155477" cy="222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Build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851976" y="4560319"/>
            <a:ext cx="1155477" cy="222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2016" y="4560319"/>
            <a:ext cx="1155477" cy="222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475" y="5401469"/>
            <a:ext cx="752902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 check via DFS. Parallel stages via Kahn's algorithm.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02189" y="1456730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Sandbox Isolation</a:t>
            </a:r>
            <a:endParaRPr lang="en-US" sz="16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2189" y="1894681"/>
            <a:ext cx="3534282" cy="13141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67493" y="2083792"/>
            <a:ext cx="307987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cgroup Limits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8267493" y="2502595"/>
            <a:ext cx="307987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Memory, CPU, and PID caps enforced per container.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2189" y="3361928"/>
            <a:ext cx="3534282" cy="13141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67493" y="3551039"/>
            <a:ext cx="307987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Socket Never Mounted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8267493" y="3969841"/>
            <a:ext cx="307987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docker.sock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withheld from user sandboxes.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2189" y="4829175"/>
            <a:ext cx="3534282" cy="13141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67493" y="5018286"/>
            <a:ext cx="307987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Path Traversal Blocked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8267493" y="5437088"/>
            <a:ext cx="307987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Workspace locked to build ID — no escape possible.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41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War Story: The Bot That Reverted Itself Forever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12789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</p:sp>
      <p:sp>
        <p:nvSpPr>
          <p:cNvPr id="4" name="Text 2"/>
          <p:cNvSpPr/>
          <p:nvPr/>
        </p:nvSpPr>
        <p:spPr>
          <a:xfrm>
            <a:off x="732365" y="234821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2377678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Symptom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2786360"/>
            <a:ext cx="47019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count climbing — no new human commits.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3915" y="2312789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</p:sp>
      <p:sp>
        <p:nvSpPr>
          <p:cNvPr id="8" name="Text 6"/>
          <p:cNvSpPr/>
          <p:nvPr/>
        </p:nvSpPr>
        <p:spPr>
          <a:xfrm>
            <a:off x="6284805" y="234821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28163" y="2377678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Suspected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828163" y="2786360"/>
            <a:ext cx="47020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Flaky test causing repeated re-triggers.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3466802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</p:sp>
      <p:sp>
        <p:nvSpPr>
          <p:cNvPr id="12" name="Text 10"/>
          <p:cNvSpPr/>
          <p:nvPr/>
        </p:nvSpPr>
        <p:spPr>
          <a:xfrm>
            <a:off x="732365" y="350222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75723" y="3531691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Ruled Out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275723" y="3940373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showed unrelated, inconsistent failures each time.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13915" y="3466802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</p:sp>
      <p:sp>
        <p:nvSpPr>
          <p:cNvPr id="16" name="Text 14"/>
          <p:cNvSpPr/>
          <p:nvPr/>
        </p:nvSpPr>
        <p:spPr>
          <a:xfrm>
            <a:off x="6284805" y="350222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28163" y="3531691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Root Cause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828163" y="3940373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Auto-revert bot's own commit re-triggered the webhook — infinite loop.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1475" y="4757837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E3E3E8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025529"/>
            <a:ext cx="236234" cy="1890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75723" y="4994077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Any self-triggering automation needs a self-recognition check.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44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Measured Impact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63080"/>
            <a:ext cx="5339820" cy="1555750"/>
          </a:xfrm>
          <a:prstGeom prst="roundRect">
            <a:avLst>
              <a:gd name="adj" fmla="val 1822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477492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2886174"/>
            <a:ext cx="4911007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Suites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Unit, integration, chaos, E2E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263080"/>
            <a:ext cx="5339919" cy="1555750"/>
          </a:xfrm>
          <a:prstGeom prst="roundRect">
            <a:avLst>
              <a:gd name="adj" fmla="val 1822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4708" y="2477492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Zero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404708" y="2886174"/>
            <a:ext cx="4911106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Pool Exhaustion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Fail-fast Postgres connection limits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1555750"/>
          </a:xfrm>
          <a:prstGeom prst="roundRect">
            <a:avLst>
              <a:gd name="adj" fmla="val 1822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881" y="422225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zstd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75881" y="4630936"/>
            <a:ext cx="4911007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Compression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Multi-threaded vs single-threaded gzip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1555750"/>
          </a:xfrm>
          <a:prstGeom prst="roundRect">
            <a:avLst>
              <a:gd name="adj" fmla="val 1822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4708" y="4222254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K3s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404708" y="4630936"/>
            <a:ext cx="4911106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Deployment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 updates, continuous health checks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75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Trade-offs &amp; Design Decisions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06179"/>
            <a:ext cx="2575357" cy="2614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07423" y="27378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3387626"/>
            <a:ext cx="21465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BullMQ vs Kafka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796308"/>
            <a:ext cx="214654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Redis-native. Not built for durable event replay at scale.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839" y="2606179"/>
            <a:ext cx="2575456" cy="2614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1786" y="27378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3640245" y="3387626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Socket.IO vs SSE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3640245" y="3796308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Bidirectional streaming required. SSE is one-directional only.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0301" y="2606179"/>
            <a:ext cx="2575456" cy="2614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36249" y="27378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404708" y="3387626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Zstandard vs gzip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404708" y="3796308"/>
            <a:ext cx="214664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Multi-threaded compression — cache hydration is the real bottleneck.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4764" y="2606179"/>
            <a:ext cx="2575456" cy="26142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100712" y="27378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9169171" y="3387626"/>
            <a:ext cx="214664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Docker Socket Isolation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9169171" y="4091583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Mounted to trusted worker pod only. Never the user sandbox.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463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What's Next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931641" y="1625104"/>
            <a:ext cx="1120816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self-triggering system needs a self-recognition check from day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431925"/>
            <a:ext cx="25399" cy="667841"/>
          </a:xfrm>
          <a:prstGeom prst="roundRect">
            <a:avLst>
              <a:gd name="adj" fmla="val 50001"/>
            </a:avLst>
          </a:prstGeom>
          <a:solidFill>
            <a:srgbClr val="2828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92945"/>
            <a:ext cx="3622882" cy="7206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552" y="3185220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Long-Lived Worker Pods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1552" y="3569692"/>
            <a:ext cx="32627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Current: persistent workers handle all builds.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2292945"/>
            <a:ext cx="3622882" cy="7206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64434" y="3185220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Ephemeral Kubernetes Jobs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464434" y="3569692"/>
            <a:ext cx="32627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one job per build. Further reduces idle cost.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2292945"/>
            <a:ext cx="3622882" cy="7206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87316" y="3185220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Idle Resource Cost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087316" y="3569692"/>
            <a:ext cx="32627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Ephemeral jobs eliminate persistent overhead entirely.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312741"/>
            <a:ext cx="3622882" cy="72062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1552" y="5205016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Blast Radius Reduction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841552" y="5589488"/>
            <a:ext cx="32627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Pod-per-build enforces stronger isolation boundaries.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4312741"/>
            <a:ext cx="3622882" cy="72062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64434" y="5205016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Scale to Zero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4464434" y="5589488"/>
            <a:ext cx="32627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native scheduling handles burst and idle equally.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2026-08-30T03:13:36Z</dcterms:created>
  <dcterms:modified xsi:type="dcterms:W3CDTF">2026-08-30T03:13:36Z</dcterms:modified>
</cp:coreProperties>
</file>